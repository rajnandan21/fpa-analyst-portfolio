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PROFITABILITY &amp;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SEGMENTATION ANALYSIS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3375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an 8% Gross Margin Improvement Through Data-Driven Customer Segmentation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4069080"/>
            <a:ext cx="2743200" cy="0"/>
          </a:xfrm>
          <a:prstGeom prst="line">
            <a:avLst/>
          </a:prstGeom>
          <a:noFill/>
          <a:ln w="25400">
            <a:solidFill>
              <a:srgbClr val="3B4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Dhamecha Group — FMCG Cash-and-Carry Distribution, UK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Rajnandan Basu  •  Financial Analyst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Business Challenge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3B4CA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5727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057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Dhamecha Group ran promotional campaigns uniformly across its entire customer base — independent retailers, restaurants, and caterers alike — despite very different purchasing behaviours and margin profiles.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0" y="1554480"/>
            <a:ext cx="502920" cy="502920"/>
          </a:xfrm>
          <a:prstGeom prst="ellipse">
            <a:avLst/>
          </a:prstGeom>
          <a:solidFill>
            <a:srgbClr val="3B4CA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269480" y="15727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69480" y="20574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discounting eroded margin on already price-sensitive, low-value accounts — while high-value customers received the same offers they would have accepted at full price.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Brief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the customer base by profitability and purchasing behaviour, then use that segmentation to target promotions — protecting margin on price-sensitive segments while investing promotional spend where it would drive incremental volume.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three-stage analysis combining segmentation, profitability review, and forward-looking financial modeling.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" cy="548640"/>
          </a:xfrm>
          <a:prstGeom prst="ellipse">
            <a:avLst/>
          </a:prstGeom>
          <a:solidFill>
            <a:srgbClr val="3B4C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32004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customers by purchase frequency, order value, and product mix into 4 value tiers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548640" cy="548640"/>
          </a:xfrm>
          <a:prstGeom prst="ellipse">
            <a:avLst/>
          </a:prstGeom>
          <a:solidFill>
            <a:srgbClr val="3B4CA8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2336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Analysis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23360" y="32004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gross margin contribution by segment to identify where discounting was eroding margin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548640" cy="548640"/>
          </a:xfrm>
          <a:prstGeom prst="ellipse">
            <a:avLst/>
          </a:prstGeom>
          <a:solidFill>
            <a:srgbClr val="3B4CA8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/ Payback Modeling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0" y="32004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NPV and payback analysis to scenario-test targeted promotions before rollout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212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built in Excel (Power Query, Power Pivot) using 12 months of transactional sales data across the full customer base.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Value Segmentation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segments emerged from the analysis, each requiring a different promotional strategy.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3B4CA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Loyal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of customers  •  47% of revenue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margin — minimal discounting needed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057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Potential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468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of customers  •  31% of revenue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4652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promotions to increase order frequency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8B93C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605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of customers  •  16% of revenue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9377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blanket discounts — margin was being eroded here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977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5B6685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1605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Low-Engagement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customers  •  6% of revenue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49377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campaigns, not discount-led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8%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85800" y="26974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improvement after targeted promotions replaced blanket discounting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97680" y="14630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34%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434840" y="26974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were price-sensitive but contributed only 16% of revenue — the segment eroding margin most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14630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3.2mo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183880" y="26974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payback period on targeted promotional spend for the Growth Potential segment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2A357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Redirecting promotional budget away from the Price-Sensitive segment and toward Growth Potential customers delivered more volume uplift per pound spent than the prior blanket approach.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Financial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targeted segmentation strategy — illustrative quarterly comparison.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377440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  <a:gridCol w="2651760"/>
                <a:gridCol w="25603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(Blanket Promo)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(Targeted Segmentation)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Promotional Spend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£185,000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£162,000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from Promotions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£720,000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£810,000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Margin Contribution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£246,000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+£54,000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promotional spend, higher revenue, and higher margin — segmentation didn’t just protect margin, it made promotional spend more efficient.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Skills Demonstrated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3B4CA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Segmentation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transactional data into actionable customer value tiers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3B4CA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32461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NPV/payback analysis to test promotional scenarios before committing budget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3B4CA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4663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Business Partnering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46634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financial analysis into a strategy the commercial team could execute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8064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analytical approach referenced on my CV: "Performed customer segmentation and profitability analysis to support targeted promotions, delivering 8% gross margin improvement."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Analysis to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Bottom-Line Impact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case study reflects how I approach FP&amp;A: start with the data, find where value is being lost, and build a financial case for change that the business can act 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4846320"/>
            <a:ext cx="2743200" cy="0"/>
          </a:xfrm>
          <a:prstGeom prst="line">
            <a:avLst/>
          </a:prstGeom>
          <a:noFill/>
          <a:ln w="25400">
            <a:solidFill>
              <a:srgbClr val="3B4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Rajnandan Basu  •  rajnandanbasu@gmail.com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Profitability &amp; Segmentation Analysis</dc:title>
  <dc:subject>PptxGenJS Presentation</dc:subject>
  <dc:creator>Rajnandan Basu</dc:creator>
  <cp:lastModifiedBy>Rajnandan Basu</cp:lastModifiedBy>
  <cp:revision>1</cp:revision>
  <dcterms:created xsi:type="dcterms:W3CDTF">2026-07-04T18:10:30Z</dcterms:created>
  <dcterms:modified xsi:type="dcterms:W3CDTF">2026-07-04T18:10:30Z</dcterms:modified>
</cp:coreProperties>
</file>